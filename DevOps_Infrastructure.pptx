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010912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4572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· What you build · AI &amp; Cloud context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93792" y="1280160"/>
            <a:ext cx="786384" cy="2103120"/>
          </a:xfrm>
          <a:prstGeom prst="rect">
            <a:avLst/>
          </a:prstGeom>
          <a:solidFill>
            <a:srgbClr val="00D4FF">
              <a:alpha val="12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93792" y="3383280"/>
            <a:ext cx="786384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193792" y="2148840"/>
            <a:ext cx="78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108192" y="1280160"/>
            <a:ext cx="786384" cy="2103120"/>
          </a:xfrm>
          <a:prstGeom prst="rect">
            <a:avLst/>
          </a:prstGeom>
          <a:solidFill>
            <a:srgbClr val="10B981">
              <a:alpha val="12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8192" y="3383280"/>
            <a:ext cx="786384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108192" y="2148840"/>
            <a:ext cx="78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022592" y="1280160"/>
            <a:ext cx="786384" cy="2103120"/>
          </a:xfrm>
          <a:prstGeom prst="rect">
            <a:avLst/>
          </a:prstGeom>
          <a:solidFill>
            <a:srgbClr val="7C3AED">
              <a:alpha val="12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22592" y="3383280"/>
            <a:ext cx="786384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022592" y="2148840"/>
            <a:ext cx="78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936992" y="1280160"/>
            <a:ext cx="786384" cy="2103120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6992" y="3383280"/>
            <a:ext cx="786384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936992" y="2148840"/>
            <a:ext cx="786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2064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Cosmin Oprea  ·  DevOps Manager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4864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Infrastructure as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shift in modern ops thinking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164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2344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45720" cy="5852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1938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want, not HOW to get there. The tool figures out the steps.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441448"/>
            <a:ext cx="45720" cy="5852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2441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2715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lives in Git. Every change is tracked, reviewed via PR, and rollback-able.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3218688"/>
            <a:ext cx="45720" cy="5852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3218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once or a hundred times — you always end up in the same desired state.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995928"/>
            <a:ext cx="45720" cy="5852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3995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" y="4270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modules across teams. DRY applies to infra just like application code.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36592" y="1188720"/>
            <a:ext cx="4096512" cy="3730752"/>
          </a:xfrm>
          <a:prstGeom prst="rect">
            <a:avLst/>
          </a:prstGeom>
          <a:solidFill>
            <a:srgbClr val="080E1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1188720"/>
            <a:ext cx="4096512" cy="292608"/>
          </a:xfrm>
          <a:prstGeom prst="rect">
            <a:avLst/>
          </a:prstGeom>
          <a:solidFill>
            <a:srgbClr val="13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12070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  —  Terraform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47888" y="1289304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8430768" y="1289304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8613648" y="1289304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809744" y="1536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9744" y="17556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source  = "terraform-aws-modules/vpc/aws"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9744" y="1975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version = "~&gt; 5.0"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9744" y="2194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9744" y="2414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name = var.env_name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9744" y="26334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cidr = "10.0.0.0/16"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9744" y="2852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09744" y="30723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azs             = ["eu-west-1a","1b"]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09744" y="3291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private_subnets = ["10.0.1.0/24"]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9744" y="35112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public_subnets  = ["10.0.101.0/24"]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09744" y="37307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9744" y="39502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enable_nat_gateway = true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9744" y="4169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tags = local.common_tags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09744" y="4389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4709160"/>
            <a:ext cx="1591056" cy="256032"/>
          </a:xfrm>
          <a:prstGeom prst="rect">
            <a:avLst/>
          </a:prstGeom>
          <a:solidFill>
            <a:srgbClr val="00897B">
              <a:alpha val="18000"/>
            </a:srgbClr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709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084832" y="4709160"/>
            <a:ext cx="1591056" cy="256032"/>
          </a:xfrm>
          <a:prstGeom prst="rect">
            <a:avLst/>
          </a:prstGeom>
          <a:solidFill>
            <a:srgbClr val="FF9900">
              <a:alpha val="18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4832" y="4709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822192" y="4709160"/>
            <a:ext cx="1591056" cy="256032"/>
          </a:xfrm>
          <a:prstGeom prst="rect">
            <a:avLst/>
          </a:prstGeom>
          <a:solidFill>
            <a:srgbClr val="EE0000">
              <a:alpha val="18000"/>
            </a:srgbClr>
          </a:solidFill>
          <a:ln w="10160">
            <a:solidFill>
              <a:srgbClr val="EE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22192" y="4709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559552" y="4709160"/>
            <a:ext cx="1591056" cy="256032"/>
          </a:xfrm>
          <a:prstGeom prst="rect">
            <a:avLst/>
          </a:prstGeom>
          <a:solidFill>
            <a:srgbClr val="8A3FC4">
              <a:alpha val="18000"/>
            </a:srgbClr>
          </a:solidFill>
          <a:ln w="10160">
            <a:solidFill>
              <a:srgbClr val="8A3F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9552" y="4709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96912" y="4709160"/>
            <a:ext cx="1591056" cy="256032"/>
          </a:xfrm>
          <a:prstGeom prst="rect">
            <a:avLst/>
          </a:prstGeom>
          <a:solidFill>
            <a:srgbClr val="0F1689">
              <a:alpha val="18000"/>
            </a:srgbClr>
          </a:solidFill>
          <a:ln w="10160">
            <a:solidFill>
              <a:srgbClr val="0F16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470916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4864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The Deployment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path from commit to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164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335024"/>
            <a:ext cx="1417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35024"/>
            <a:ext cx="14173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854964" y="1453896"/>
            <a:ext cx="402336" cy="402336"/>
          </a:xfrm>
          <a:prstGeom prst="oval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" y="1453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929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2494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to Git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64792" y="1993392"/>
            <a:ext cx="32918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2112264" y="1335024"/>
            <a:ext cx="1417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12264" y="1335024"/>
            <a:ext cx="14173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19756" y="1453896"/>
            <a:ext cx="402336" cy="402336"/>
          </a:xfrm>
          <a:prstGeom prst="oval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9756" y="1453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12264" y="1929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12264" y="22494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lint, SAST scan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29584" y="1993392"/>
            <a:ext cx="329184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77056" y="1335024"/>
            <a:ext cx="1417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77056" y="1335024"/>
            <a:ext cx="1417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4548" y="1453896"/>
            <a:ext cx="402336" cy="402336"/>
          </a:xfrm>
          <a:prstGeom prst="oval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4548" y="1453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77056" y="1929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77056" y="22494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· Integration · E2E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94376" y="1993392"/>
            <a:ext cx="32918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5641848" y="1335024"/>
            <a:ext cx="1417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41848" y="1335024"/>
            <a:ext cx="1417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149340" y="1453896"/>
            <a:ext cx="402336" cy="402336"/>
          </a:xfrm>
          <a:prstGeom prst="oval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9340" y="1453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41848" y="1929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41848" y="22494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staging env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59168" y="1993392"/>
            <a:ext cx="32918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7406640" y="1335024"/>
            <a:ext cx="14173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06640" y="1335024"/>
            <a:ext cx="14173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7914132" y="1453896"/>
            <a:ext cx="402336" cy="402336"/>
          </a:xfrm>
          <a:prstGeom prst="oval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14132" y="1453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06640" y="19293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06640" y="22494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/ Blue-Green rollout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2926080"/>
            <a:ext cx="2066544" cy="199339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0175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3346704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early — the earlier the cheaper the fix.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0" y="2926080"/>
            <a:ext cx="2066544" cy="199339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4" name="Text 42"/>
          <p:cNvSpPr/>
          <p:nvPr/>
        </p:nvSpPr>
        <p:spPr>
          <a:xfrm>
            <a:off x="2670048" y="30175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Artifacts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670048" y="3346704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promote the same artifact through all stages.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73168" y="2926080"/>
            <a:ext cx="2066544" cy="199339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7" name="Text 45"/>
          <p:cNvSpPr/>
          <p:nvPr/>
        </p:nvSpPr>
        <p:spPr>
          <a:xfrm>
            <a:off x="4882896" y="30175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82896" y="3346704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run is logged, timed, and alerted on failure.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86016" y="2926080"/>
            <a:ext cx="2066544" cy="1993392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50" name="Text 48"/>
          <p:cNvSpPr/>
          <p:nvPr/>
        </p:nvSpPr>
        <p:spPr>
          <a:xfrm>
            <a:off x="7095744" y="30175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95744" y="3346704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trigger releases without waiting on ops.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4864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Reliability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fix what you can't see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164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234440"/>
            <a:ext cx="2788920" cy="3703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27889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3167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signals over time: CPU, latency, error rate, throughput.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2450592"/>
            <a:ext cx="2615184" cy="566928"/>
          </a:xfrm>
          <a:prstGeom prst="rect">
            <a:avLst/>
          </a:prstGeom>
          <a:solidFill>
            <a:srgbClr val="080E1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46888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http_requests_total{status="500"} &gt; 10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632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4632" y="3383280"/>
            <a:ext cx="1188720" cy="256032"/>
          </a:xfrm>
          <a:prstGeom prst="rect">
            <a:avLst/>
          </a:prstGeom>
          <a:solidFill>
            <a:srgbClr val="00897B">
              <a:alpha val="18000"/>
            </a:srgbClr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92224" y="3383280"/>
            <a:ext cx="1188720" cy="256032"/>
          </a:xfrm>
          <a:prstGeom prst="rect">
            <a:avLst/>
          </a:prstGeom>
          <a:solidFill>
            <a:srgbClr val="F46800">
              <a:alpha val="18000"/>
            </a:srgbClr>
          </a:solidFill>
          <a:ln w="10160">
            <a:solidFill>
              <a:srgbClr val="F46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4632" y="3721608"/>
            <a:ext cx="1188720" cy="256032"/>
          </a:xfrm>
          <a:prstGeom prst="rect">
            <a:avLst/>
          </a:prstGeom>
          <a:solidFill>
            <a:srgbClr val="FF9900">
              <a:alpha val="18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792224" y="3721608"/>
            <a:ext cx="1188720" cy="256032"/>
          </a:xfrm>
          <a:prstGeom prst="rect">
            <a:avLst/>
          </a:prstGeom>
          <a:solidFill>
            <a:srgbClr val="632CA6">
              <a:alpha val="18000"/>
            </a:srgbClr>
          </a:solidFill>
          <a:ln w="10160">
            <a:solidFill>
              <a:srgbClr val="632C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92224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2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1234440"/>
            <a:ext cx="2788920" cy="3703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234440"/>
            <a:ext cx="27889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13167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29000" y="1737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time-stamped records of discrete events within a service.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2450592"/>
            <a:ext cx="2615184" cy="566928"/>
          </a:xfrm>
          <a:prstGeom prst="rect">
            <a:avLst/>
          </a:prstGeom>
          <a:solidFill>
            <a:srgbClr val="080E1C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46888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{"level":"error","msg":"db timeout","latency":2310}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29000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3383280"/>
            <a:ext cx="1188720" cy="256032"/>
          </a:xfrm>
          <a:prstGeom prst="rect">
            <a:avLst/>
          </a:prstGeom>
          <a:solidFill>
            <a:srgbClr val="00BFB3">
              <a:alpha val="18000"/>
            </a:srgbClr>
          </a:solidFill>
          <a:ln w="10160">
            <a:solidFill>
              <a:srgbClr val="00BF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36592" y="3383280"/>
            <a:ext cx="1188720" cy="256032"/>
          </a:xfrm>
          <a:prstGeom prst="rect">
            <a:avLst/>
          </a:prstGeom>
          <a:solidFill>
            <a:srgbClr val="F46800">
              <a:alpha val="18000"/>
            </a:srgbClr>
          </a:solidFill>
          <a:ln w="10160">
            <a:solidFill>
              <a:srgbClr val="F468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29000" y="3721608"/>
            <a:ext cx="1188720" cy="256032"/>
          </a:xfrm>
          <a:prstGeom prst="rect">
            <a:avLst/>
          </a:prstGeom>
          <a:solidFill>
            <a:srgbClr val="FF9900">
              <a:alpha val="18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36592" y="3721608"/>
            <a:ext cx="1188720" cy="256032"/>
          </a:xfrm>
          <a:prstGeom prst="rect">
            <a:avLst/>
          </a:prstGeom>
          <a:solidFill>
            <a:srgbClr val="000000">
              <a:alpha val="18000"/>
            </a:srgbClr>
          </a:solidFill>
          <a:ln w="1016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236208" y="1234440"/>
            <a:ext cx="2788920" cy="37033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1234440"/>
            <a:ext cx="27889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373368" y="131673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73368" y="1737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 of a request across microservices and infrastructure.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27648" y="2450592"/>
            <a:ext cx="2615184" cy="566928"/>
          </a:xfrm>
          <a:prstGeom prst="rect">
            <a:avLst/>
          </a:prstGeom>
          <a:solidFill>
            <a:srgbClr val="080E1C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246888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TraceID: a3f1… auth → db → cache → resp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73368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73368" y="3383280"/>
            <a:ext cx="1188720" cy="256032"/>
          </a:xfrm>
          <a:prstGeom prst="rect">
            <a:avLst/>
          </a:prstGeom>
          <a:solidFill>
            <a:srgbClr val="00AEF3">
              <a:alpha val="18000"/>
            </a:srgbClr>
          </a:solidFill>
          <a:ln w="10160">
            <a:solidFill>
              <a:srgbClr val="00AE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A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680960" y="3383280"/>
            <a:ext cx="1188720" cy="256032"/>
          </a:xfrm>
          <a:prstGeom prst="rect">
            <a:avLst/>
          </a:prstGeom>
          <a:solidFill>
            <a:srgbClr val="FE6B00">
              <a:alpha val="18000"/>
            </a:srgbClr>
          </a:solidFill>
          <a:ln w="10160">
            <a:solidFill>
              <a:srgbClr val="FE6B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383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E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73368" y="3721608"/>
            <a:ext cx="1188720" cy="256032"/>
          </a:xfrm>
          <a:prstGeom prst="rect">
            <a:avLst/>
          </a:prstGeom>
          <a:solidFill>
            <a:srgbClr val="00B4DC">
              <a:alpha val="18000"/>
            </a:srgbClr>
          </a:solidFill>
          <a:ln w="10160">
            <a:solidFill>
              <a:srgbClr val="00B4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680960" y="3721608"/>
            <a:ext cx="1188720" cy="256032"/>
          </a:xfrm>
          <a:prstGeom prst="rect">
            <a:avLst/>
          </a:prstGeom>
          <a:solidFill>
            <a:srgbClr val="FF9900">
              <a:alpha val="18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80960" y="3721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47472" y="4636008"/>
            <a:ext cx="8430768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" y="4654296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SLO Rule: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have an SLO for it, you don't know if it's working. Agree on error budgets before incidents happen.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4864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&amp; DevOps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cloud-native changes the way you build, deploy, and scale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164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234440"/>
            <a:ext cx="2743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316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ECS · EKS · Lambda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CodePipeline · CDK · CloudWatch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234440"/>
            <a:ext cx="2743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316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10712" y="17373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· Cloud Run · BigQuery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· Artifact Registry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234440"/>
            <a:ext cx="27432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36792" y="13167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36792" y="17373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· App Service · Functions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· Monitor · ACR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28163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DevOps Practices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200400"/>
            <a:ext cx="4224528" cy="8046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" y="3200400"/>
            <a:ext cx="45720" cy="8046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2552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Environments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51129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full-stack preview envs per PR using IaC — destroyed after merge. No more shared staging bottlenecks.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224528" cy="8046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200400"/>
            <a:ext cx="45720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32552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by Default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2896" y="3511296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HPA, VPA, KEDA, and cloud-native autoscalers react to real traffic. Zero-to-N and back to zero on demand.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47472" y="4096512"/>
            <a:ext cx="4224528" cy="8046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4096512"/>
            <a:ext cx="4572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41513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First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440740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RDS, S3, SQS, ElastiCache to cloud providers. Focus engineering time on value, not undifferentiated heavy lifting.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754880" y="4096512"/>
            <a:ext cx="4224528" cy="80467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4096512"/>
            <a:ext cx="45720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415137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 Code (FinOps)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82896" y="4407408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resources, set budget alerts, use spot/preemptible nodes, enforce cost policies in CI. FinOps is a DevOps concern.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347472" y="4727448"/>
            <a:ext cx="1353312" cy="256032"/>
          </a:xfrm>
          <a:prstGeom prst="rect">
            <a:avLst/>
          </a:prstGeom>
          <a:solidFill>
            <a:srgbClr val="00897B">
              <a:alpha val="18000"/>
            </a:srgbClr>
          </a:solidFill>
          <a:ln w="1016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810512" y="4727448"/>
            <a:ext cx="1353312" cy="256032"/>
          </a:xfrm>
          <a:prstGeom prst="rect">
            <a:avLst/>
          </a:prstGeom>
          <a:solidFill>
            <a:srgbClr val="FF9900">
              <a:alpha val="18000"/>
            </a:srgbClr>
          </a:solidFill>
          <a:ln w="10160">
            <a:solidFill>
              <a:srgbClr val="FF9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10512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73552" y="4727448"/>
            <a:ext cx="1353312" cy="256032"/>
          </a:xfrm>
          <a:prstGeom prst="rect">
            <a:avLst/>
          </a:prstGeom>
          <a:solidFill>
            <a:srgbClr val="8A3FC4">
              <a:alpha val="18000"/>
            </a:srgbClr>
          </a:solidFill>
          <a:ln w="10160">
            <a:solidFill>
              <a:srgbClr val="8A3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736592" y="4727448"/>
            <a:ext cx="1353312" cy="256032"/>
          </a:xfrm>
          <a:prstGeom prst="rect">
            <a:avLst/>
          </a:prstGeom>
          <a:solidFill>
            <a:srgbClr val="0F1689">
              <a:alpha val="18000"/>
            </a:srgbClr>
          </a:solidFill>
          <a:ln w="10160">
            <a:solidFill>
              <a:srgbClr val="0F16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199632" y="4727448"/>
            <a:ext cx="1353312" cy="256032"/>
          </a:xfrm>
          <a:prstGeom prst="rect">
            <a:avLst/>
          </a:prstGeom>
          <a:solidFill>
            <a:srgbClr val="EF7B4D">
              <a:alpha val="18000"/>
            </a:srgbClr>
          </a:solidFill>
          <a:ln w="10160">
            <a:solidFill>
              <a:srgbClr val="EF7B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662672" y="4727448"/>
            <a:ext cx="1353312" cy="256032"/>
          </a:xfrm>
          <a:prstGeom prst="rect">
            <a:avLst/>
          </a:prstGeom>
          <a:solidFill>
            <a:srgbClr val="EF4444">
              <a:alpha val="18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472744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4864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Multi-Cloud DevOps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workloads across on-prem, private cloud, and public cloud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164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234440"/>
            <a:ext cx="27889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34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DC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600200"/>
            <a:ext cx="2788920" cy="265176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642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1579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6517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14553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Apps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63931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K8s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36392" y="24688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1234440"/>
            <a:ext cx="2788920" cy="365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234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600200"/>
            <a:ext cx="2788920" cy="2651760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664208"/>
            <a:ext cx="2606040" cy="384048"/>
          </a:xfrm>
          <a:prstGeom prst="rect">
            <a:avLst/>
          </a:prstGeom>
          <a:solidFill>
            <a:srgbClr val="00D4FF">
              <a:alpha val="15000"/>
            </a:srgbClr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6642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(ArgoCD / Flux)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139696"/>
            <a:ext cx="2606040" cy="384048"/>
          </a:xfrm>
          <a:prstGeom prst="rect">
            <a:avLst/>
          </a:prstGeom>
          <a:solidFill>
            <a:srgbClr val="00D4FF">
              <a:alpha val="15000"/>
            </a:srgbClr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1396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(Istio)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2615184"/>
            <a:ext cx="2606040" cy="384048"/>
          </a:xfrm>
          <a:prstGeom prst="rect">
            <a:avLst/>
          </a:prstGeom>
          <a:solidFill>
            <a:srgbClr val="00D4FF">
              <a:alpha val="15000"/>
            </a:srgbClr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6151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83280" y="3090672"/>
            <a:ext cx="2606040" cy="384048"/>
          </a:xfrm>
          <a:prstGeom prst="rect">
            <a:avLst/>
          </a:prstGeom>
          <a:solidFill>
            <a:srgbClr val="00D4FF">
              <a:alpha val="15000"/>
            </a:srgbClr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90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(OPA)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3566160"/>
            <a:ext cx="2606040" cy="384048"/>
          </a:xfrm>
          <a:prstGeom prst="rect">
            <a:avLst/>
          </a:prstGeom>
          <a:solidFill>
            <a:srgbClr val="00D4FF">
              <a:alpha val="15000"/>
            </a:srgbClr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(Vault)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24688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36208" y="1234440"/>
            <a:ext cx="27889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1234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36208" y="1600200"/>
            <a:ext cx="2788920" cy="265176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16642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73368" y="21579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DB / Cache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73368" y="26517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Services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73368" y="3145536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&amp; Edge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73368" y="363931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4407408"/>
            <a:ext cx="2066544" cy="658368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" y="4407408"/>
            <a:ext cx="2066544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38912" y="44622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8912" y="46817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(GDPR, PSD2) require certain data to stay on-prem or in-region.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560320" y="4407408"/>
            <a:ext cx="2066544" cy="658368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2" name="Shape 40"/>
          <p:cNvSpPr/>
          <p:nvPr/>
        </p:nvSpPr>
        <p:spPr>
          <a:xfrm>
            <a:off x="2560320" y="4407408"/>
            <a:ext cx="206654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2651760" y="44622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to Cloud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51760" y="46817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traffic spikes in public cloud while steady-state runs on owned hardware.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773168" y="4407408"/>
            <a:ext cx="2066544" cy="658368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46" name="Shape 44"/>
          <p:cNvSpPr/>
          <p:nvPr/>
        </p:nvSpPr>
        <p:spPr>
          <a:xfrm>
            <a:off x="4773168" y="4407408"/>
            <a:ext cx="206654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44622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Lock-in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64608" y="46817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prevents dependency on a single vendor's pricing or availability.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986016" y="4407408"/>
            <a:ext cx="2066544" cy="658368"/>
          </a:xfrm>
          <a:prstGeom prst="rect">
            <a:avLst/>
          </a:prstGeom>
          <a:solidFill>
            <a:srgbClr val="1A2535"/>
          </a:solidFill>
          <a:ln/>
        </p:spPr>
      </p:sp>
      <p:sp>
        <p:nvSpPr>
          <p:cNvPr id="50" name="Shape 48"/>
          <p:cNvSpPr/>
          <p:nvPr/>
        </p:nvSpPr>
        <p:spPr>
          <a:xfrm>
            <a:off x="6986016" y="4407408"/>
            <a:ext cx="2066544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7077456" y="446227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Edge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077456" y="4681728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Latency-sensitive workloads run close to users; management stays centralised.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4864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512064" y="237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 the Age of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589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changing infrastructure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8375904" cy="16459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234440"/>
            <a:ext cx="4224528" cy="11887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34440"/>
            <a:ext cx="54864" cy="1188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 &amp; IaC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161848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Terraform modules, K8s manifests, and Dockerfiles. Engineers shift from writing boilerplate to reviewing and tuning AI output.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493776" y="221284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Cursor · Amazon Q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224528" cy="11887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32588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Incident Response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01184" y="161848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platforms correlate anomalies, suggest root causes, and auto-remediate known failure patterns — reducing MTTR from hours to minutes.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901184" y="221284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Davis · PagerDuty AIOps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7472" y="2514600"/>
            <a:ext cx="4224528" cy="11887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51460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" y="260604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Autoscaling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" y="289864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predict traffic patterns and pre-warm capacity before load hits. Reactive HPA is replaced by proactive scaling driven by business signals.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93776" y="349300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 · AWS Predictive Scaling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4224528" cy="11887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51460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260604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Model Pipelines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01184" y="289864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principles applied to ML: model versioning, experiment tracking, automated retraining pipelines, and canary releases for models.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901184" y="349300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· SageMaker Pipelines · Kubeflow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47472" y="3794760"/>
            <a:ext cx="4224528" cy="11887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7947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" y="38862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Policy Automation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" y="417880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IaC for misconfigurations before apply. Policy-as-code engines get AI-generated rules from natural language — shifting compliance further left.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93776" y="477316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 · Snyk · OPA + AI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4224528" cy="11887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79476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4901184" y="38862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ChatOps &amp; AI Runbooks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4178808"/>
            <a:ext cx="3986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query infra state, trigger deployments, and investigate incidents in natural language. LLM agents execute runbooks with human approval gates.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901184" y="477316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bots · LLM agents · MCP tools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A14"/>
          </a:solidFill>
          <a:ln/>
        </p:spPr>
      </p:sp>
      <p:sp>
        <p:nvSpPr>
          <p:cNvPr id="3" name="Shape 1"/>
          <p:cNvSpPr/>
          <p:nvPr/>
        </p:nvSpPr>
        <p:spPr>
          <a:xfrm>
            <a:off x="5925312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DevOps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2066544"/>
            <a:ext cx="256032" cy="256032"/>
          </a:xfrm>
          <a:prstGeom prst="rect">
            <a:avLst/>
          </a:prstGeom>
          <a:solidFill>
            <a:srgbClr val="00D4FF">
              <a:alpha val="3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9933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code — infra, config, policy, docs.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solidFill>
            <a:srgbClr val="00D4FF">
              <a:alpha val="3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23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384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pain away before documenting the workaround.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980944"/>
            <a:ext cx="256032" cy="256032"/>
          </a:xfrm>
          <a:prstGeom prst="rect">
            <a:avLst/>
          </a:prstGeom>
          <a:solidFill>
            <a:srgbClr val="00D4FF">
              <a:alpha val="3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80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" y="29077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first, optimize second, scale third.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438144"/>
            <a:ext cx="256032" cy="256032"/>
          </a:xfrm>
          <a:prstGeom prst="rect">
            <a:avLst/>
          </a:prstGeom>
          <a:solidFill>
            <a:srgbClr val="00D4FF">
              <a:alpha val="3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" y="33649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expected. Slow recovery is not.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895344"/>
            <a:ext cx="256032" cy="256032"/>
          </a:xfrm>
          <a:prstGeom prst="rect">
            <a:avLst/>
          </a:prstGeom>
          <a:solidFill>
            <a:srgbClr val="00D4FF">
              <a:alpha val="3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" y="38221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thinking: build for your team as a product.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352544"/>
            <a:ext cx="256032" cy="256032"/>
          </a:xfrm>
          <a:prstGeom prst="rect">
            <a:avLst/>
          </a:prstGeom>
          <a:solidFill>
            <a:srgbClr val="00D4FF">
              <a:alpha val="30000"/>
            </a:srgbClr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384" y="42793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good engineers. It exposes bad processes.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08192" y="457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08192" y="804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08192" y="1207008"/>
            <a:ext cx="27432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108192" y="1371600"/>
            <a:ext cx="278892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4264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first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169164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don't fix broken collaboration.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08192" y="2103120"/>
            <a:ext cx="278892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15798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small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242316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changes = less risk + faster feedback.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08192" y="2834640"/>
            <a:ext cx="278892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28895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full cycle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17920" y="31546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commit to production alert.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08192" y="3566160"/>
            <a:ext cx="278892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36210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is non-negotiable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0" y="38862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infra is technical debt.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08192" y="4297680"/>
            <a:ext cx="278892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43525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co-pilot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17920" y="46177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replacement. Stay sharp.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&amp; Infrastructure</dc:title>
  <dc:subject>PptxGenJS Presentation</dc:subject>
  <dc:creator>Cosmin Oprea</dc:creator>
  <cp:lastModifiedBy>Cosmin Oprea</cp:lastModifiedBy>
  <cp:revision>1</cp:revision>
  <dcterms:created xsi:type="dcterms:W3CDTF">2026-04-07T05:48:45Z</dcterms:created>
  <dcterms:modified xsi:type="dcterms:W3CDTF">2026-04-07T05:48:45Z</dcterms:modified>
</cp:coreProperties>
</file>