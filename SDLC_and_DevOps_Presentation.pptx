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Cosmin Oprea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Manager @ Orange | Bucharest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35608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81912"/>
            <a:ext cx="0" cy="59436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07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Present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Manager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Orange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32 engineers · 100+ production apps · CI/CD &amp; K8s platform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24028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86584"/>
            <a:ext cx="0" cy="59436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Orange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standards · automated testing · incident response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044952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191256"/>
            <a:ext cx="0" cy="59436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16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3136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Amazon (JWO)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ECS/CDK · multi-region deployment · fraud detection systems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384962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21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3941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→ DevOps Engineer → Lead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Deutsche Bank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169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with Terraform · CI/CD pipelines · PSD2 microservices · Kafka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274320"/>
            <a:ext cx="3749040" cy="457200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49240" y="411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Competencies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49240" y="914400"/>
            <a:ext cx="3291840" cy="5486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960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1170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GCP · Terraform · CDK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1527048"/>
            <a:ext cx="3291840" cy="5486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0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1783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Docker · ECS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9240" y="2139696"/>
            <a:ext cx="3291840" cy="5486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21854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2395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GitHub Actions · TeamCity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2752344"/>
            <a:ext cx="3291840" cy="5486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27980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30083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 · Spring · Python · Kotlin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9240" y="3364992"/>
            <a:ext cx="3291840" cy="5486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0" y="34107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· Grafana · CloudWatch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9240" y="3977640"/>
            <a:ext cx="3291840" cy="5486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0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Data/Msg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4233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· DynamoDB · Apache Spark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Informatics — ASE Bucharest (2014–2017)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SDLC &amp; DevOps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Full Software Lifecycle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Student-Friendly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Planning to Deployment and Beyond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3749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749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3749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749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749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SDLC?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 — the roadmap for building software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is a structured process that defines the stages involved in developing software, from initial planning to maintenance. It ensures quality, efficiency, and predictability.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goals,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budget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84248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98424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55648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55648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&amp; study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91256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19125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62656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62656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98264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39826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69664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9664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05272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60527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6672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fix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12280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19288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801928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90688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90688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SDLC Matter?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141732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comes next. Teams follow a clear plan so nothing is forgotten.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41732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651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testing phases catch bugs early before they reach users.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141732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wasted effort by planning before coding. Save time &amp; money.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52360" y="141732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9516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6517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speaks the same language — managers, devs, and testers.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SDLC, software projects risk delays, budget overruns, and poor quality.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 SDLC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18745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Waterfall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sequential phases. Each phase finishes before the next begins.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small, well-defined 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097280"/>
            <a:ext cx="1874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 with continuous feedback. Flexible &amp; adaptive.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evolving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18745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V-Model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planned in parallel with each development phase.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safety-critical systems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09728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097280"/>
            <a:ext cx="1874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325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1783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Risk-driven model. Combines iterative development + planning.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large, high-risk projects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DevOps?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+ Operations = DevOps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a culture and set of practices that brings development (Dev) and IT operations (Ops) together to shorten the development lifecycle and deliver high-quality software continuously.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0020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300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0332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9612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0644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4768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9924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9560" y="237744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017520"/>
            <a:ext cx="4114800" cy="3200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breaks down silos — developers and operations teams collaborate as one.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DevOps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258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code changes frequently &amp; run automated builds.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57400" y="109728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3258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prepare code for release to production.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4760" y="109728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3258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620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servers &amp; infrastructure through code, not manually.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109728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13258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356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performance and fix issues proactively.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109728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80960" y="13258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tasks: testing, deployment, scaling.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SDLC vs DevOps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opposites — they complement each other!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SDLC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&amp;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&amp; collaboration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Phase-by-phase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&amp; iterative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&amp; ongoing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releases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Cross-functional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SDLC &amp; DevOps Work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enhances each phase of the SDLC with automation and collaboration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boards,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mgmt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55448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5448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5448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8892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8892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servers,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8892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02336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2336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6908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suites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5780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5780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0352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pipelines,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5780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49224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9224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3796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726680" y="1371600"/>
            <a:ext cx="10515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772668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2668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726680" y="2148840"/>
            <a:ext cx="1051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7240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alerts,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26680" y="2880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DevOps Practice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in SDLC &amp; DevOps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Roles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Manager — Oversees timelines, budget, resources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Business Analyst — Gathers and documents requirements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Software Architect — Designs system structure &amp; tech choices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Developer — Writes and maintains application code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QA / Tester — Validates quality through testing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Support Engineer — Handles post-deployment issues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Roles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DevOps Engineer — Builds CI/CD pipelines &amp; automation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Site Reliability Eng. — Ensures uptime &amp; performance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Cloud Engineer — Manages cloud infra (AWS, Azure, GCP)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Release Manager — Coordinates deployments &amp; schedules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Security Engineer — Integrates security into pipelines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Platform Engineer — Builds internal dev platforms &amp; tooling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18872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18872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provides the structure — it tells you WHAT to do and WHEN.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78308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provides the culture &amp; tools — it tells you HOW to do it faster.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37744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37744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deliver software that is high-quality, fast, and reliable.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97180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7180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teams combine Agile SDLC with DevOps for continuous improvement.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56616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56616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software is built by great processes AND great people.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&amp; DevOps - Understanding the Full Software Lifecycle</dc:title>
  <dc:subject>PptxGenJS Presentation</dc:subject>
  <dc:creator>Cosmin Oprea</dc:creator>
  <cp:lastModifiedBy>Cosmin Oprea</cp:lastModifiedBy>
  <cp:revision>1</cp:revision>
  <dcterms:created xsi:type="dcterms:W3CDTF">2026-04-06T14:44:01Z</dcterms:created>
  <dcterms:modified xsi:type="dcterms:W3CDTF">2026-04-06T14:44:01Z</dcterms:modified>
</cp:coreProperties>
</file>